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F14EE244-17D0-4DC9-9D88-7ED607851749}">
          <p14:sldIdLst>
            <p14:sldId id="256"/>
            <p14:sldId id="257"/>
            <p14:sldId id="263"/>
          </p14:sldIdLst>
        </p14:section>
        <p14:section name="Les vecteurs d'attaques" id="{0E5577F4-AD31-4703-A187-E415AFAEB069}">
          <p14:sldIdLst>
            <p14:sldId id="258"/>
            <p14:sldId id="259"/>
            <p14:sldId id="260"/>
            <p14:sldId id="261"/>
            <p14:sldId id="262"/>
          </p14:sldIdLst>
        </p14:section>
        <p14:section name="Se Protéger" id="{9FDF9FE8-0F3B-47D3-9CC9-78B260B0D77E}">
          <p14:sldIdLst>
            <p14:sldId id="264"/>
            <p14:sldId id="265"/>
            <p14:sldId id="266"/>
            <p14:sldId id="267"/>
            <p14:sldId id="268"/>
          </p14:sldIdLst>
        </p14:section>
        <p14:section name="Conclusion" id="{CAEE9CA2-FCE3-4909-9D91-FD3B00782322}">
          <p14:sldIdLst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82C7-0DEB-4255-AF6D-5C1F989C4134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A8F78908-9F05-4F2B-BB3A-80049AF53089}" type="slidenum">
              <a:rPr lang="fr-FR" smtClean="0"/>
              <a:t>‹N°›</a:t>
            </a:fld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549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82C7-0DEB-4255-AF6D-5C1F989C4134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8908-9F05-4F2B-BB3A-80049AF53089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104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82C7-0DEB-4255-AF6D-5C1F989C4134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8908-9F05-4F2B-BB3A-80049AF530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2168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82C7-0DEB-4255-AF6D-5C1F989C4134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8908-9F05-4F2B-BB3A-80049AF53089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988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82C7-0DEB-4255-AF6D-5C1F989C4134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8908-9F05-4F2B-BB3A-80049AF530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3397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82C7-0DEB-4255-AF6D-5C1F989C4134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8908-9F05-4F2B-BB3A-80049AF53089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98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82C7-0DEB-4255-AF6D-5C1F989C4134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8908-9F05-4F2B-BB3A-80049AF530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462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82C7-0DEB-4255-AF6D-5C1F989C4134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8908-9F05-4F2B-BB3A-80049AF530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7786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82C7-0DEB-4255-AF6D-5C1F989C4134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8908-9F05-4F2B-BB3A-80049AF530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651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82C7-0DEB-4255-AF6D-5C1F989C4134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8908-9F05-4F2B-BB3A-80049AF530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1403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82C7-0DEB-4255-AF6D-5C1F989C4134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78908-9F05-4F2B-BB3A-80049AF530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5211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CB0F82C7-0DEB-4255-AF6D-5C1F989C4134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78908-9F05-4F2B-BB3A-80049AF53089}" type="slidenum">
              <a:rPr lang="fr-FR" smtClean="0"/>
              <a:t>‹N°›</a:t>
            </a:fld>
            <a:endParaRPr lang="fr-FR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37157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27D29B-94A6-4B18-8671-76CE370C2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041" y="2407488"/>
            <a:ext cx="5518066" cy="2268559"/>
          </a:xfrm>
        </p:spPr>
        <p:txBody>
          <a:bodyPr>
            <a:normAutofit fontScale="90000"/>
          </a:bodyPr>
          <a:lstStyle/>
          <a:p>
            <a:r>
              <a:rPr lang="fr-FR" dirty="0"/>
              <a:t>Les attaques par ingénierie sociale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A8ABD99-8EB5-4D84-9F60-06BC0B32C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041" y="4095940"/>
            <a:ext cx="5357600" cy="1160213"/>
          </a:xfrm>
        </p:spPr>
        <p:txBody>
          <a:bodyPr/>
          <a:lstStyle/>
          <a:p>
            <a:r>
              <a:rPr lang="fr-FR" dirty="0" err="1"/>
              <a:t>Saé</a:t>
            </a:r>
            <a:r>
              <a:rPr lang="fr-FR" dirty="0"/>
              <a:t> 11 : Sensibilisation à l’hygiène informatique et à la cybersécurité.</a:t>
            </a:r>
          </a:p>
        </p:txBody>
      </p:sp>
    </p:spTree>
    <p:extLst>
      <p:ext uri="{BB962C8B-B14F-4D97-AF65-F5344CB8AC3E}">
        <p14:creationId xmlns:p14="http://schemas.microsoft.com/office/powerpoint/2010/main" val="3981035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4672BB-2F98-4F93-9498-99E44D087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Introduction du sujet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4217FE-0B39-47FA-8CFB-BD043A12D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5387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7AC229-292E-46D7-87AA-29D5915A5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Cycles de vie d’une attaque par ingénierie sociale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440030-1169-4E7D-AB05-E4AE5A970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0661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02412A-8CB2-4502-9A2C-ED43375E2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Les vecteurs d’attaques : 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5498313-E7FA-4292-A6E0-1C136FAE1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2415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017C5B-C44B-41B2-BFBE-8B14571A1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Le téléphone (</a:t>
            </a:r>
            <a:r>
              <a:rPr lang="fr-FR" dirty="0" err="1"/>
              <a:t>Vishing</a:t>
            </a:r>
            <a:r>
              <a:rPr lang="fr-FR" dirty="0"/>
              <a:t>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EB4B04-83F6-4F0E-98E2-4DE8C77BE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173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017C5B-C44B-41B2-BFBE-8B14571A1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Le mail (phishing)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EB4B04-83F6-4F0E-98E2-4DE8C77BE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726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017C5B-C44B-41B2-BFBE-8B14571A1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Les réseaux sociaux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EB4B04-83F6-4F0E-98E2-4DE8C77BE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4904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F81638-C928-404C-874E-96AF6EA7F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Les SMS (smishing)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279255-45E0-4776-84C8-25BD36284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5081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DF670C2-6636-4CED-86B2-BE9F3E004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Mais comment se protéger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7BE8404-61D2-476C-9DA9-0ACA29378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9342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A5D3CD8-11C2-4A9E-B746-B1F77A414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Vérifier l’identité de son interlocuteur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9678B733-DAD5-482B-9ADE-8ACCFB1FF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1022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E0D269-63DA-4B27-A486-2D526AD1A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Vérifier les URL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80932E-F44C-4A81-AC67-C71B804F0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6344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611AA2-399A-4495-9DAE-5A2C2504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3599" y="808056"/>
            <a:ext cx="7958331" cy="1077229"/>
          </a:xfrm>
        </p:spPr>
        <p:txBody>
          <a:bodyPr/>
          <a:lstStyle/>
          <a:p>
            <a:pPr algn="ctr"/>
            <a:r>
              <a:rPr lang="fr-FR" dirty="0"/>
              <a:t>Ne pas ouvrir des pièces jointes inconnues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571D91-FCAC-417A-8545-806973439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2540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A95080-F0D9-4F0E-977C-D1B47A926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Ne pas utiliser les périphérique externes inconnus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0D2022-DD2F-44A3-B025-F1731AF0A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4167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A46073-1FE2-4EC3-9D40-4D4CE10F9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3F9D1E-F131-4D95-8AA2-571A6AF2A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7103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DC301B-C59A-480B-8E1A-4BBB1BAA5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Sources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8DF825-06FD-4190-818B-797087AFD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1088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82E"/>
      </a:dk2>
      <a:lt2>
        <a:srgbClr val="C2F5FC"/>
      </a:lt2>
      <a:accent1>
        <a:srgbClr val="4091F3"/>
      </a:accent1>
      <a:accent2>
        <a:srgbClr val="8BBCF1"/>
      </a:accent2>
      <a:accent3>
        <a:srgbClr val="CB6A6A"/>
      </a:accent3>
      <a:accent4>
        <a:srgbClr val="C567AF"/>
      </a:accent4>
      <a:accent5>
        <a:srgbClr val="A684F9"/>
      </a:accent5>
      <a:accent6>
        <a:srgbClr val="A9ACEE"/>
      </a:accent6>
      <a:hlink>
        <a:srgbClr val="6D9CC5"/>
      </a:hlink>
      <a:folHlink>
        <a:srgbClr val="6D82A0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178B2DAB-5DDE-4060-A857-D2E1CDA925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15</TotalTime>
  <Words>79</Words>
  <Application>Microsoft Office PowerPoint</Application>
  <PresentationFormat>Grand écran</PresentationFormat>
  <Paragraphs>16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MS Shell Dlg 2</vt:lpstr>
      <vt:lpstr>Wingdings</vt:lpstr>
      <vt:lpstr>Wingdings 3</vt:lpstr>
      <vt:lpstr>Madison</vt:lpstr>
      <vt:lpstr>Les attaques par ingénierie sociale</vt:lpstr>
      <vt:lpstr>Introduction du sujet :</vt:lpstr>
      <vt:lpstr>Cycles de vie d’une attaque par ingénierie sociale</vt:lpstr>
      <vt:lpstr>Les vecteurs d’attaques : </vt:lpstr>
      <vt:lpstr>Le téléphone (Vishing)</vt:lpstr>
      <vt:lpstr>Le mail (phishing)</vt:lpstr>
      <vt:lpstr>Les réseaux sociaux</vt:lpstr>
      <vt:lpstr>Les SMS (smishing)</vt:lpstr>
      <vt:lpstr>Mais comment se protéger</vt:lpstr>
      <vt:lpstr>Vérifier l’identité de son interlocuteur</vt:lpstr>
      <vt:lpstr>Vérifier les URL</vt:lpstr>
      <vt:lpstr>Ne pas ouvrir des pièces jointes inconnues</vt:lpstr>
      <vt:lpstr>Ne pas utiliser les périphérique externes inconnus </vt:lpstr>
      <vt:lpstr>Conclusion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attaques par ingénierie sociale</dc:title>
  <dc:creator>Loic Maurer</dc:creator>
  <cp:lastModifiedBy>Loic Maurer</cp:lastModifiedBy>
  <cp:revision>2</cp:revision>
  <dcterms:created xsi:type="dcterms:W3CDTF">2023-10-10T11:43:43Z</dcterms:created>
  <dcterms:modified xsi:type="dcterms:W3CDTF">2023-10-10T11:59:40Z</dcterms:modified>
</cp:coreProperties>
</file>